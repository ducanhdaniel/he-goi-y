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Lato"/>
                <a:ea typeface="Lato"/>
              </a:rPr>
              <a:t>Title 1:……………………………………..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body"/>
          </p:nvPr>
        </p:nvSpPr>
        <p:spPr>
          <a:xfrm>
            <a:off x="330120" y="1406880"/>
            <a:ext cx="5765400" cy="465552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Chart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238800" y="1414440"/>
            <a:ext cx="5444640" cy="465588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Picture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Lato"/>
                <a:ea typeface="Lato"/>
              </a:rPr>
              <a:t>Title 2:……………………………………..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Lato"/>
                <a:ea typeface="Lato"/>
              </a:rPr>
              <a:t>Title 3:……………………………………..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337680" y="1032480"/>
            <a:ext cx="11515320" cy="493848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body"/>
          </p:nvPr>
        </p:nvSpPr>
        <p:spPr>
          <a:xfrm>
            <a:off x="4558320" y="1248480"/>
            <a:ext cx="7391160" cy="520488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4558320" y="404280"/>
            <a:ext cx="7391160" cy="4356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Title 4:……………………………………..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Lato"/>
                <a:ea typeface="Lato"/>
              </a:rPr>
              <a:t>Title 5:……………………………………..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338760" y="1406520"/>
            <a:ext cx="5756760" cy="466992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Chart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6210360" y="1392120"/>
            <a:ext cx="5592240" cy="468432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Lato"/>
                <a:ea typeface="Lato"/>
              </a:rPr>
              <a:t>Table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" descr="Text&#10;&#10;Description automatically generated"/>
          <p:cNvPicPr/>
          <p:nvPr/>
        </p:nvPicPr>
        <p:blipFill>
          <a:blip r:embed="rId1"/>
          <a:stretch/>
        </p:blipFill>
        <p:spPr>
          <a:xfrm>
            <a:off x="392040" y="271440"/>
            <a:ext cx="3174120" cy="1153080"/>
          </a:xfrm>
          <a:prstGeom prst="rect">
            <a:avLst/>
          </a:prstGeom>
          <a:ln>
            <a:noFill/>
          </a:ln>
        </p:spPr>
      </p:pic>
      <p:sp>
        <p:nvSpPr>
          <p:cNvPr id="307" name="CustomShape 1"/>
          <p:cNvSpPr/>
          <p:nvPr/>
        </p:nvSpPr>
        <p:spPr>
          <a:xfrm>
            <a:off x="695520" y="2269440"/>
            <a:ext cx="8251560" cy="84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CustomShape 2"/>
          <p:cNvSpPr/>
          <p:nvPr/>
        </p:nvSpPr>
        <p:spPr>
          <a:xfrm>
            <a:off x="695520" y="3403080"/>
            <a:ext cx="6095520" cy="222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CustomShape 3"/>
          <p:cNvSpPr/>
          <p:nvPr/>
        </p:nvSpPr>
        <p:spPr>
          <a:xfrm>
            <a:off x="6962400" y="3269880"/>
            <a:ext cx="4329000" cy="136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/>
          <p:cNvSpPr/>
          <p:nvPr/>
        </p:nvSpPr>
        <p:spPr>
          <a:xfrm>
            <a:off x="3209400" y="2164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</p:sp>
      <p:sp>
        <p:nvSpPr>
          <p:cNvPr id="311" name="TextShape 2"/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6" name="TextShape 2"/>
          <p:cNvSpPr txBox="1"/>
          <p:nvPr/>
        </p:nvSpPr>
        <p:spPr>
          <a:xfrm>
            <a:off x="337680" y="1032480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Shape 1"/>
          <p:cNvSpPr txBox="1"/>
          <p:nvPr/>
        </p:nvSpPr>
        <p:spPr>
          <a:xfrm>
            <a:off x="4558320" y="1248480"/>
            <a:ext cx="7391160" cy="52048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TextShape 2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20" name="Table 2"/>
          <p:cNvGraphicFramePr/>
          <p:nvPr/>
        </p:nvGraphicFramePr>
        <p:xfrm>
          <a:off x="6210360" y="1392120"/>
          <a:ext cx="5592240" cy="4684320"/>
        </p:xfrm>
        <a:graphic>
          <a:graphicData uri="http://schemas.openxmlformats.org/drawingml/2006/table">
            <a:tbl>
              <a:tblPr/>
              <a:tblGrid>
                <a:gridCol w="5592240"/>
              </a:tblGrid>
              <a:tr h="4684320">
                <a:tc>
                  <a:tcPr marL="90000" marR="90000"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5756400" y="2824200"/>
            <a:ext cx="5136480" cy="97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n-US" sz="6000" spc="-1" strike="noStrike">
                <a:solidFill>
                  <a:srgbClr val="c00000"/>
                </a:solidFill>
                <a:latin typeface="Lato"/>
                <a:ea typeface="Lato"/>
              </a:rPr>
              <a:t>THANK YOU !</a:t>
            </a:r>
            <a:endParaRPr b="0" lang="en-US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531634775FD1439D5B67291EFE2AD4" ma:contentTypeVersion="9" ma:contentTypeDescription="Create a new document." ma:contentTypeScope="" ma:versionID="cbc478dcb150c9ba7e5ee1ec667af232">
  <xsd:schema xmlns:xsd="http://www.w3.org/2001/XMLSchema" xmlns:xs="http://www.w3.org/2001/XMLSchema" xmlns:p="http://schemas.microsoft.com/office/2006/metadata/properties" xmlns:ns3="45437c8c-42f9-4d2c-8e34-5a3ab7f0bc3e" xmlns:ns4="cbe415a1-95bd-4af0-bcf9-8884ce93604d" targetNamespace="http://schemas.microsoft.com/office/2006/metadata/properties" ma:root="true" ma:fieldsID="f226b125ef8a2db405b9f032f1a3e60e" ns3:_="" ns4:_="">
    <xsd:import namespace="45437c8c-42f9-4d2c-8e34-5a3ab7f0bc3e"/>
    <xsd:import namespace="cbe415a1-95bd-4af0-bcf9-8884ce9360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437c8c-42f9-4d2c-8e34-5a3ab7f0bc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415a1-95bd-4af0-bcf9-8884ce93604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F0F51F-AFBA-4D04-A48D-B7433DF1C998}">
  <ds:schemaRefs>
    <ds:schemaRef ds:uri="45437c8c-42f9-4d2c-8e34-5a3ab7f0bc3e"/>
    <ds:schemaRef ds:uri="cbe415a1-95bd-4af0-bcf9-8884ce9360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77EF572-D4D5-45B3-9E4B-6D913A953A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6FBB17-94C5-4A6A-A8AF-DC5440B8F848}">
  <ds:schemaRefs>
    <ds:schemaRef ds:uri="45437c8c-42f9-4d2c-8e34-5a3ab7f0bc3e"/>
    <ds:schemaRef ds:uri="cbe415a1-95bd-4af0-bcf9-8884ce9360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2020-12-31T09:57:48Z</dcterms:created>
  <dc:creator>Phong TT &amp; QTTH</dc:creator>
  <dc:description/>
  <dc:language>en-US</dc:language>
  <cp:lastModifiedBy/>
  <dcterms:modified xsi:type="dcterms:W3CDTF">2021-05-28T07:14:39Z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0x0101004F531634775FD1439D5B67291EFE2AD4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9</vt:i4>
  </property>
</Properties>
</file>