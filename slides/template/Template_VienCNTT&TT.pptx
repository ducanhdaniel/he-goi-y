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4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media/image1.jpeg" ContentType="image/jpeg"/>
  <Override PartName="/ppt/media/image2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</p:sldIdLst>
  <p:sldSz cx="9144000" cy="6858000"/>
  <p:notesSz cx="9928225" cy="6797675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Tahoma"/>
              </a:rPr>
              <a:t>Clic</a:t>
            </a:r>
            <a:r>
              <a:rPr b="0" lang="en-US" sz="3600" spc="-1" strike="noStrike">
                <a:solidFill>
                  <a:srgbClr val="000000"/>
                </a:solidFill>
                <a:latin typeface="Tahoma"/>
              </a:rPr>
              <a:t>k to </a:t>
            </a:r>
            <a:r>
              <a:rPr b="0" lang="en-US" sz="3600" spc="-1" strike="noStrike">
                <a:solidFill>
                  <a:srgbClr val="000000"/>
                </a:solidFill>
                <a:latin typeface="Tahoma"/>
              </a:rPr>
              <a:t>mov</a:t>
            </a:r>
            <a:r>
              <a:rPr b="0" lang="en-US" sz="3600" spc="-1" strike="noStrike">
                <a:solidFill>
                  <a:srgbClr val="000000"/>
                </a:solidFill>
                <a:latin typeface="Tahoma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Tahoma"/>
              </a:rPr>
              <a:t>the </a:t>
            </a:r>
            <a:r>
              <a:rPr b="0" lang="en-US" sz="3600" spc="-1" strike="noStrike">
                <a:solidFill>
                  <a:srgbClr val="000000"/>
                </a:solidFill>
                <a:latin typeface="Tahoma"/>
              </a:rPr>
              <a:t>slide</a:t>
            </a:r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9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330E6405-5E59-41A1-A194-D36E70A05063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3265560" y="511200"/>
            <a:ext cx="3396960" cy="2547720"/>
          </a:xfrm>
          <a:prstGeom prst="rect">
            <a:avLst/>
          </a:prstGeom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993240" y="3228480"/>
            <a:ext cx="7941240" cy="3059640"/>
          </a:xfrm>
          <a:prstGeom prst="rect">
            <a:avLst/>
          </a:prstGeom>
        </p:spPr>
        <p:txBody>
          <a:bodyPr lIns="95400" rIns="95400" tIns="47880" bIns="4788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17" name="TextShape 3"/>
          <p:cNvSpPr txBox="1"/>
          <p:nvPr/>
        </p:nvSpPr>
        <p:spPr>
          <a:xfrm>
            <a:off x="5623920" y="6457320"/>
            <a:ext cx="4302360" cy="338760"/>
          </a:xfrm>
          <a:prstGeom prst="rect">
            <a:avLst/>
          </a:prstGeom>
          <a:noFill/>
          <a:ln w="9360">
            <a:noFill/>
          </a:ln>
        </p:spPr>
        <p:txBody>
          <a:bodyPr lIns="95400" rIns="95400" tIns="47880" bIns="47880" anchor="b">
            <a:noAutofit/>
          </a:bodyPr>
          <a:p>
            <a:pPr algn="r">
              <a:lnSpc>
                <a:spcPct val="100000"/>
              </a:lnSpc>
            </a:pPr>
            <a:fld id="{53265F2E-047F-415B-8A69-03EC2E643372}" type="slidenum">
              <a:rPr b="0" lang="en-US" sz="1300" spc="-1" strike="noStrike">
                <a:solidFill>
                  <a:srgbClr val="000000"/>
                </a:solidFill>
                <a:latin typeface="Arial"/>
                <a:ea typeface="MS PGothic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3265560" y="511200"/>
            <a:ext cx="3396960" cy="2547720"/>
          </a:xfrm>
          <a:prstGeom prst="rect">
            <a:avLst/>
          </a:prstGeom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993240" y="3228480"/>
            <a:ext cx="7941240" cy="3059640"/>
          </a:xfrm>
          <a:prstGeom prst="rect">
            <a:avLst/>
          </a:prstGeom>
        </p:spPr>
        <p:txBody>
          <a:bodyPr lIns="95400" rIns="95400" tIns="47880" bIns="4788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20" name="TextShape 3"/>
          <p:cNvSpPr txBox="1"/>
          <p:nvPr/>
        </p:nvSpPr>
        <p:spPr>
          <a:xfrm>
            <a:off x="5623920" y="6457320"/>
            <a:ext cx="4302360" cy="338760"/>
          </a:xfrm>
          <a:prstGeom prst="rect">
            <a:avLst/>
          </a:prstGeom>
          <a:noFill/>
          <a:ln w="9360">
            <a:noFill/>
          </a:ln>
        </p:spPr>
        <p:txBody>
          <a:bodyPr lIns="95400" rIns="95400" tIns="47880" bIns="4788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6A229954-4E6F-478C-8963-3621E1F6DD66}" type="slidenum">
              <a:rPr b="0" lang="en-US" sz="1300" spc="-1" strike="noStrike">
                <a:solidFill>
                  <a:srgbClr val="000000"/>
                </a:solidFill>
                <a:latin typeface="Arial"/>
                <a:ea typeface="MS PGothic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3265560" y="511200"/>
            <a:ext cx="3396960" cy="2547720"/>
          </a:xfrm>
          <a:prstGeom prst="rect">
            <a:avLst/>
          </a:prstGeom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993240" y="3228480"/>
            <a:ext cx="7941240" cy="3059640"/>
          </a:xfrm>
          <a:prstGeom prst="rect">
            <a:avLst/>
          </a:prstGeom>
        </p:spPr>
        <p:txBody>
          <a:bodyPr lIns="95400" rIns="95400" tIns="47880" bIns="4788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23" name="TextShape 3"/>
          <p:cNvSpPr txBox="1"/>
          <p:nvPr/>
        </p:nvSpPr>
        <p:spPr>
          <a:xfrm>
            <a:off x="5623920" y="6457320"/>
            <a:ext cx="4302360" cy="338760"/>
          </a:xfrm>
          <a:prstGeom prst="rect">
            <a:avLst/>
          </a:prstGeom>
          <a:noFill/>
          <a:ln w="9360">
            <a:noFill/>
          </a:ln>
        </p:spPr>
        <p:txBody>
          <a:bodyPr lIns="95400" rIns="95400" tIns="47880" bIns="47880" anchor="b">
            <a:noAutofit/>
          </a:bodyPr>
          <a:p>
            <a:pPr algn="r">
              <a:lnSpc>
                <a:spcPct val="100000"/>
              </a:lnSpc>
            </a:pPr>
            <a:fld id="{D947CA22-4B7F-4266-A8A2-735B30EB1AE3}" type="slidenum">
              <a:rPr b="0" lang="en-US" sz="1300" spc="-1" strike="noStrike">
                <a:solidFill>
                  <a:srgbClr val="000000"/>
                </a:solidFill>
                <a:latin typeface="Arial"/>
                <a:ea typeface="MS PGothic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3265560" y="511200"/>
            <a:ext cx="3396960" cy="2547720"/>
          </a:xfrm>
          <a:prstGeom prst="rect">
            <a:avLst/>
          </a:prstGeom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993240" y="3228480"/>
            <a:ext cx="7941240" cy="3059640"/>
          </a:xfrm>
          <a:prstGeom prst="rect">
            <a:avLst/>
          </a:prstGeom>
        </p:spPr>
        <p:txBody>
          <a:bodyPr lIns="95400" rIns="95400" tIns="47880" bIns="4788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26" name="TextShape 3"/>
          <p:cNvSpPr txBox="1"/>
          <p:nvPr/>
        </p:nvSpPr>
        <p:spPr>
          <a:xfrm>
            <a:off x="5623920" y="6457320"/>
            <a:ext cx="4302360" cy="338760"/>
          </a:xfrm>
          <a:prstGeom prst="rect">
            <a:avLst/>
          </a:prstGeom>
          <a:noFill/>
          <a:ln w="9360">
            <a:noFill/>
          </a:ln>
        </p:spPr>
        <p:txBody>
          <a:bodyPr lIns="95400" rIns="95400" tIns="47880" bIns="47880" anchor="b">
            <a:noAutofit/>
          </a:bodyPr>
          <a:p>
            <a:pPr algn="r">
              <a:lnSpc>
                <a:spcPct val="100000"/>
              </a:lnSpc>
            </a:pPr>
            <a:fld id="{AFBE8237-9B8C-4F32-B05D-E712A0690D9A}" type="slidenum">
              <a:rPr b="0" lang="en-US" sz="1300" spc="-1" strike="noStrike">
                <a:solidFill>
                  <a:srgbClr val="000000"/>
                </a:solidFill>
                <a:latin typeface="Arial"/>
                <a:ea typeface="MS PGothic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1182600" y="1451520"/>
            <a:ext cx="7772040" cy="4680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777204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subTitle"/>
          </p:nvPr>
        </p:nvSpPr>
        <p:spPr>
          <a:xfrm>
            <a:off x="1190160" y="214200"/>
            <a:ext cx="7753320" cy="4656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516528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1182600" y="389628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516528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381060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643824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118260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body"/>
          </p:nvPr>
        </p:nvSpPr>
        <p:spPr>
          <a:xfrm>
            <a:off x="381060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body"/>
          </p:nvPr>
        </p:nvSpPr>
        <p:spPr>
          <a:xfrm>
            <a:off x="643824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1182600" y="1451520"/>
            <a:ext cx="7772040" cy="4680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777204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ubTitle"/>
          </p:nvPr>
        </p:nvSpPr>
        <p:spPr>
          <a:xfrm>
            <a:off x="1190160" y="214200"/>
            <a:ext cx="7753320" cy="4656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516528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1182600" y="389628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516528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381060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643824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118260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6"/>
          <p:cNvSpPr>
            <a:spLocks noGrp="1"/>
          </p:cNvSpPr>
          <p:nvPr>
            <p:ph type="body"/>
          </p:nvPr>
        </p:nvSpPr>
        <p:spPr>
          <a:xfrm>
            <a:off x="381060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7"/>
          <p:cNvSpPr>
            <a:spLocks noGrp="1"/>
          </p:cNvSpPr>
          <p:nvPr>
            <p:ph type="body"/>
          </p:nvPr>
        </p:nvSpPr>
        <p:spPr>
          <a:xfrm>
            <a:off x="643824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subTitle"/>
          </p:nvPr>
        </p:nvSpPr>
        <p:spPr>
          <a:xfrm>
            <a:off x="1182600" y="1451520"/>
            <a:ext cx="7772040" cy="4680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777204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ubTitle"/>
          </p:nvPr>
        </p:nvSpPr>
        <p:spPr>
          <a:xfrm>
            <a:off x="1190160" y="214200"/>
            <a:ext cx="7753320" cy="4656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body"/>
          </p:nvPr>
        </p:nvSpPr>
        <p:spPr>
          <a:xfrm>
            <a:off x="516528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body"/>
          </p:nvPr>
        </p:nvSpPr>
        <p:spPr>
          <a:xfrm>
            <a:off x="1182600" y="389628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body"/>
          </p:nvPr>
        </p:nvSpPr>
        <p:spPr>
          <a:xfrm>
            <a:off x="516528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381060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body"/>
          </p:nvPr>
        </p:nvSpPr>
        <p:spPr>
          <a:xfrm>
            <a:off x="643824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body"/>
          </p:nvPr>
        </p:nvSpPr>
        <p:spPr>
          <a:xfrm>
            <a:off x="118260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PlaceHolder 6"/>
          <p:cNvSpPr>
            <a:spLocks noGrp="1"/>
          </p:cNvSpPr>
          <p:nvPr>
            <p:ph type="body"/>
          </p:nvPr>
        </p:nvSpPr>
        <p:spPr>
          <a:xfrm>
            <a:off x="381060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PlaceHolder 7"/>
          <p:cNvSpPr>
            <a:spLocks noGrp="1"/>
          </p:cNvSpPr>
          <p:nvPr>
            <p:ph type="body"/>
          </p:nvPr>
        </p:nvSpPr>
        <p:spPr>
          <a:xfrm>
            <a:off x="643824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ubTitle"/>
          </p:nvPr>
        </p:nvSpPr>
        <p:spPr>
          <a:xfrm>
            <a:off x="1182600" y="1451520"/>
            <a:ext cx="7772040" cy="4680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777204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ubTitle"/>
          </p:nvPr>
        </p:nvSpPr>
        <p:spPr>
          <a:xfrm>
            <a:off x="1190160" y="214200"/>
            <a:ext cx="7753320" cy="4656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body"/>
          </p:nvPr>
        </p:nvSpPr>
        <p:spPr>
          <a:xfrm>
            <a:off x="516528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body"/>
          </p:nvPr>
        </p:nvSpPr>
        <p:spPr>
          <a:xfrm>
            <a:off x="1182600" y="389628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 type="body"/>
          </p:nvPr>
        </p:nvSpPr>
        <p:spPr>
          <a:xfrm>
            <a:off x="516528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381060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643824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body"/>
          </p:nvPr>
        </p:nvSpPr>
        <p:spPr>
          <a:xfrm>
            <a:off x="118260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PlaceHolder 6"/>
          <p:cNvSpPr>
            <a:spLocks noGrp="1"/>
          </p:cNvSpPr>
          <p:nvPr>
            <p:ph type="body"/>
          </p:nvPr>
        </p:nvSpPr>
        <p:spPr>
          <a:xfrm>
            <a:off x="381060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7"/>
          <p:cNvSpPr>
            <a:spLocks noGrp="1"/>
          </p:cNvSpPr>
          <p:nvPr>
            <p:ph type="body"/>
          </p:nvPr>
        </p:nvSpPr>
        <p:spPr>
          <a:xfrm>
            <a:off x="643824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subTitle"/>
          </p:nvPr>
        </p:nvSpPr>
        <p:spPr>
          <a:xfrm>
            <a:off x="1182600" y="1451520"/>
            <a:ext cx="7772040" cy="4680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777204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ubTitle"/>
          </p:nvPr>
        </p:nvSpPr>
        <p:spPr>
          <a:xfrm>
            <a:off x="1190160" y="214200"/>
            <a:ext cx="7753320" cy="4656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516528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1182600" y="389628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PlaceHolder 5"/>
          <p:cNvSpPr>
            <a:spLocks noGrp="1"/>
          </p:cNvSpPr>
          <p:nvPr>
            <p:ph type="body"/>
          </p:nvPr>
        </p:nvSpPr>
        <p:spPr>
          <a:xfrm>
            <a:off x="516528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body"/>
          </p:nvPr>
        </p:nvSpPr>
        <p:spPr>
          <a:xfrm>
            <a:off x="381060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body"/>
          </p:nvPr>
        </p:nvSpPr>
        <p:spPr>
          <a:xfrm>
            <a:off x="643824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body"/>
          </p:nvPr>
        </p:nvSpPr>
        <p:spPr>
          <a:xfrm>
            <a:off x="118260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PlaceHolder 6"/>
          <p:cNvSpPr>
            <a:spLocks noGrp="1"/>
          </p:cNvSpPr>
          <p:nvPr>
            <p:ph type="body"/>
          </p:nvPr>
        </p:nvSpPr>
        <p:spPr>
          <a:xfrm>
            <a:off x="381060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PlaceHolder 7"/>
          <p:cNvSpPr>
            <a:spLocks noGrp="1"/>
          </p:cNvSpPr>
          <p:nvPr>
            <p:ph type="body"/>
          </p:nvPr>
        </p:nvSpPr>
        <p:spPr>
          <a:xfrm>
            <a:off x="643824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subTitle"/>
          </p:nvPr>
        </p:nvSpPr>
        <p:spPr>
          <a:xfrm>
            <a:off x="1182600" y="1451520"/>
            <a:ext cx="7772040" cy="4680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777204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ubTitle"/>
          </p:nvPr>
        </p:nvSpPr>
        <p:spPr>
          <a:xfrm>
            <a:off x="1190160" y="214200"/>
            <a:ext cx="7753320" cy="4656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4680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 type="body"/>
          </p:nvPr>
        </p:nvSpPr>
        <p:spPr>
          <a:xfrm>
            <a:off x="516528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1182600" y="3896280"/>
            <a:ext cx="777204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body"/>
          </p:nvPr>
        </p:nvSpPr>
        <p:spPr>
          <a:xfrm>
            <a:off x="5165280" y="145152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 type="body"/>
          </p:nvPr>
        </p:nvSpPr>
        <p:spPr>
          <a:xfrm>
            <a:off x="118260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 type="body"/>
          </p:nvPr>
        </p:nvSpPr>
        <p:spPr>
          <a:xfrm>
            <a:off x="5165280" y="3896280"/>
            <a:ext cx="379260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118260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381060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body"/>
          </p:nvPr>
        </p:nvSpPr>
        <p:spPr>
          <a:xfrm>
            <a:off x="6438240" y="145152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PlaceHolder 5"/>
          <p:cNvSpPr>
            <a:spLocks noGrp="1"/>
          </p:cNvSpPr>
          <p:nvPr>
            <p:ph type="body"/>
          </p:nvPr>
        </p:nvSpPr>
        <p:spPr>
          <a:xfrm>
            <a:off x="118260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PlaceHolder 6"/>
          <p:cNvSpPr>
            <a:spLocks noGrp="1"/>
          </p:cNvSpPr>
          <p:nvPr>
            <p:ph type="body"/>
          </p:nvPr>
        </p:nvSpPr>
        <p:spPr>
          <a:xfrm>
            <a:off x="381060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PlaceHolder 7"/>
          <p:cNvSpPr>
            <a:spLocks noGrp="1"/>
          </p:cNvSpPr>
          <p:nvPr>
            <p:ph type="body"/>
          </p:nvPr>
        </p:nvSpPr>
        <p:spPr>
          <a:xfrm>
            <a:off x="6438240" y="3896280"/>
            <a:ext cx="2502360" cy="223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 hidden="1"/>
          <p:cNvSpPr/>
          <p:nvPr/>
        </p:nvSpPr>
        <p:spPr>
          <a:xfrm>
            <a:off x="417600" y="555480"/>
            <a:ext cx="437760" cy="474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 hidden="1"/>
          <p:cNvSpPr/>
          <p:nvPr/>
        </p:nvSpPr>
        <p:spPr>
          <a:xfrm>
            <a:off x="800280" y="555480"/>
            <a:ext cx="328320" cy="474480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CustomShape 3" hidden="1"/>
          <p:cNvSpPr/>
          <p:nvPr/>
        </p:nvSpPr>
        <p:spPr>
          <a:xfrm>
            <a:off x="541440" y="977760"/>
            <a:ext cx="421920" cy="474480"/>
          </a:xfrm>
          <a:prstGeom prst="rect">
            <a:avLst/>
          </a:prstGeom>
          <a:solidFill>
            <a:schemeClr val="fol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CustomShape 4" hidden="1"/>
          <p:cNvSpPr/>
          <p:nvPr/>
        </p:nvSpPr>
        <p:spPr>
          <a:xfrm>
            <a:off x="911160" y="977760"/>
            <a:ext cx="367920" cy="47448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CustomShape 5" hidden="1"/>
          <p:cNvSpPr/>
          <p:nvPr/>
        </p:nvSpPr>
        <p:spPr>
          <a:xfrm>
            <a:off x="127080" y="905040"/>
            <a:ext cx="560160" cy="4219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" name="CustomShape 6" hidden="1"/>
          <p:cNvSpPr/>
          <p:nvPr/>
        </p:nvSpPr>
        <p:spPr>
          <a:xfrm>
            <a:off x="762120" y="447840"/>
            <a:ext cx="31320" cy="105228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" name="CustomShape 7" hidden="1"/>
          <p:cNvSpPr/>
          <p:nvPr/>
        </p:nvSpPr>
        <p:spPr>
          <a:xfrm>
            <a:off x="442800" y="1238400"/>
            <a:ext cx="8226000" cy="31320"/>
          </a:xfrm>
          <a:prstGeom prst="rect">
            <a:avLst/>
          </a:prstGeom>
          <a:gradFill rotWithShape="0">
            <a:gsLst>
              <a:gs pos="0">
                <a:srgbClr val="1c1c1c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7" name="Group 8"/>
          <p:cNvGrpSpPr/>
          <p:nvPr/>
        </p:nvGrpSpPr>
        <p:grpSpPr>
          <a:xfrm>
            <a:off x="0" y="3295800"/>
            <a:ext cx="9009000" cy="1053720"/>
            <a:chOff x="0" y="3295800"/>
            <a:chExt cx="9009000" cy="1053720"/>
          </a:xfrm>
        </p:grpSpPr>
        <p:grpSp>
          <p:nvGrpSpPr>
            <p:cNvPr id="8" name="Group 9"/>
            <p:cNvGrpSpPr/>
            <p:nvPr/>
          </p:nvGrpSpPr>
          <p:grpSpPr>
            <a:xfrm>
              <a:off x="293760" y="3403800"/>
              <a:ext cx="712440" cy="478800"/>
              <a:chOff x="293760" y="3403800"/>
              <a:chExt cx="712440" cy="478800"/>
            </a:xfrm>
          </p:grpSpPr>
          <p:sp>
            <p:nvSpPr>
              <p:cNvPr id="9" name="CustomShape 10"/>
              <p:cNvSpPr/>
              <p:nvPr/>
            </p:nvSpPr>
            <p:spPr>
              <a:xfrm>
                <a:off x="293760" y="3403800"/>
                <a:ext cx="438120" cy="478800"/>
              </a:xfrm>
              <a:prstGeom prst="rect">
                <a:avLst/>
              </a:prstGeom>
              <a:solidFill>
                <a:schemeClr val="folHlink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" name="CustomShape 11"/>
              <p:cNvSpPr/>
              <p:nvPr/>
            </p:nvSpPr>
            <p:spPr>
              <a:xfrm>
                <a:off x="677520" y="3403800"/>
                <a:ext cx="328680" cy="478800"/>
              </a:xfrm>
              <a:prstGeom prst="rect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1" name="Group 12"/>
            <p:cNvGrpSpPr/>
            <p:nvPr/>
          </p:nvGrpSpPr>
          <p:grpSpPr>
            <a:xfrm>
              <a:off x="417600" y="3835080"/>
              <a:ext cx="739080" cy="471240"/>
              <a:chOff x="417600" y="3835080"/>
              <a:chExt cx="739080" cy="471240"/>
            </a:xfrm>
          </p:grpSpPr>
          <p:sp>
            <p:nvSpPr>
              <p:cNvPr id="12" name="CustomShape 13"/>
              <p:cNvSpPr/>
              <p:nvPr/>
            </p:nvSpPr>
            <p:spPr>
              <a:xfrm>
                <a:off x="417600" y="3835080"/>
                <a:ext cx="422280" cy="47124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" name="CustomShape 14"/>
              <p:cNvSpPr/>
              <p:nvPr/>
            </p:nvSpPr>
            <p:spPr>
              <a:xfrm>
                <a:off x="787320" y="3835080"/>
                <a:ext cx="369360" cy="471240"/>
              </a:xfrm>
              <a:prstGeom prst="rect">
                <a:avLst/>
              </a:prstGeom>
              <a:gradFill rotWithShape="0">
                <a:gsLst>
                  <a:gs pos="0">
                    <a:srgbClr val="ffcf01"/>
                  </a:gs>
                  <a:gs pos="100000">
                    <a:srgbClr val="ffff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4" name="CustomShape 15"/>
            <p:cNvSpPr/>
            <p:nvPr/>
          </p:nvSpPr>
          <p:spPr>
            <a:xfrm>
              <a:off x="0" y="3753360"/>
              <a:ext cx="560160" cy="438480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0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" name="CustomShape 16"/>
            <p:cNvSpPr/>
            <p:nvPr/>
          </p:nvSpPr>
          <p:spPr>
            <a:xfrm>
              <a:off x="635040" y="3295800"/>
              <a:ext cx="31320" cy="1053720"/>
            </a:xfrm>
            <a:prstGeom prst="rect">
              <a:avLst/>
            </a:prstGeom>
            <a:solidFill>
              <a:schemeClr val="bg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" name="CustomShape 17"/>
            <p:cNvSpPr/>
            <p:nvPr/>
          </p:nvSpPr>
          <p:spPr>
            <a:xfrm flipV="1">
              <a:off x="316080" y="4118760"/>
              <a:ext cx="8692920" cy="55440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" name="PlaceHolder 18"/>
          <p:cNvSpPr>
            <a:spLocks noGrp="1"/>
          </p:cNvSpPr>
          <p:nvPr>
            <p:ph type="title"/>
          </p:nvPr>
        </p:nvSpPr>
        <p:spPr>
          <a:xfrm>
            <a:off x="990720" y="1676520"/>
            <a:ext cx="7772040" cy="146160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8" name="PlaceHolder 19"/>
          <p:cNvSpPr>
            <a:spLocks noGrp="1"/>
          </p:cNvSpPr>
          <p:nvPr>
            <p:ph type="dt"/>
          </p:nvPr>
        </p:nvSpPr>
        <p:spPr>
          <a:xfrm>
            <a:off x="990720" y="6248520"/>
            <a:ext cx="1904760" cy="45684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fld id="{E970CF20-959B-4BC3-A347-B1C124616D74}" type="datetime1">
              <a:rPr b="0" lang="en-US" sz="1400" spc="-1" strike="noStrike">
                <a:solidFill>
                  <a:srgbClr val="1c1c1c"/>
                </a:solidFill>
                <a:latin typeface="Times New Roman"/>
              </a:rPr>
              <a:t>03/09/2021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9" name="PlaceHolder 20"/>
          <p:cNvSpPr>
            <a:spLocks noGrp="1"/>
          </p:cNvSpPr>
          <p:nvPr>
            <p:ph type="ftr"/>
          </p:nvPr>
        </p:nvSpPr>
        <p:spPr>
          <a:xfrm>
            <a:off x="3429000" y="6248520"/>
            <a:ext cx="2895120" cy="456840"/>
          </a:xfrm>
          <a:prstGeom prst="rect">
            <a:avLst/>
          </a:prstGeom>
        </p:spPr>
        <p:txBody>
          <a:bodyPr anchor="b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20" name="PlaceHolder 21"/>
          <p:cNvSpPr>
            <a:spLocks noGrp="1"/>
          </p:cNvSpPr>
          <p:nvPr>
            <p:ph type="sldNum"/>
          </p:nvPr>
        </p:nvSpPr>
        <p:spPr>
          <a:xfrm>
            <a:off x="6858000" y="6248520"/>
            <a:ext cx="1904760" cy="456840"/>
          </a:xfrm>
          <a:prstGeom prst="rect">
            <a:avLst/>
          </a:prstGeom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F03F909-8DAE-4578-83B3-AB4F05B7351F}" type="slidenum">
              <a:rPr b="0" lang="en-US" sz="1400" spc="-1" strike="noStrike">
                <a:solidFill>
                  <a:srgbClr val="1c1c1c"/>
                </a:solidFill>
                <a:latin typeface="Times New Roman"/>
                <a:ea typeface="MS PGothic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21" name="PlaceHolder 2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417600" y="555480"/>
            <a:ext cx="437760" cy="474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CustomShape 2"/>
          <p:cNvSpPr/>
          <p:nvPr/>
        </p:nvSpPr>
        <p:spPr>
          <a:xfrm>
            <a:off x="800280" y="555480"/>
            <a:ext cx="328320" cy="474480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CustomShape 3"/>
          <p:cNvSpPr/>
          <p:nvPr/>
        </p:nvSpPr>
        <p:spPr>
          <a:xfrm>
            <a:off x="541440" y="977760"/>
            <a:ext cx="421920" cy="474480"/>
          </a:xfrm>
          <a:prstGeom prst="rect">
            <a:avLst/>
          </a:prstGeom>
          <a:solidFill>
            <a:schemeClr val="fol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CustomShape 4"/>
          <p:cNvSpPr/>
          <p:nvPr/>
        </p:nvSpPr>
        <p:spPr>
          <a:xfrm>
            <a:off x="911160" y="977760"/>
            <a:ext cx="367920" cy="47448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CustomShape 5"/>
          <p:cNvSpPr/>
          <p:nvPr/>
        </p:nvSpPr>
        <p:spPr>
          <a:xfrm>
            <a:off x="127080" y="905040"/>
            <a:ext cx="560160" cy="4219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CustomShape 6"/>
          <p:cNvSpPr/>
          <p:nvPr/>
        </p:nvSpPr>
        <p:spPr>
          <a:xfrm>
            <a:off x="762120" y="447840"/>
            <a:ext cx="31320" cy="105228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CustomShape 7"/>
          <p:cNvSpPr/>
          <p:nvPr/>
        </p:nvSpPr>
        <p:spPr>
          <a:xfrm>
            <a:off x="442800" y="1238400"/>
            <a:ext cx="8226000" cy="31320"/>
          </a:xfrm>
          <a:prstGeom prst="rect">
            <a:avLst/>
          </a:prstGeom>
          <a:gradFill rotWithShape="0">
            <a:gsLst>
              <a:gs pos="0">
                <a:srgbClr val="1c1c1c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PlaceHolder 8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C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l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i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c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k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 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t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o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 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e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d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i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t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 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M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a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s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t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e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r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 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t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i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t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l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e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 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s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t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y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l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e</a:t>
            </a:r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6" name="PlaceHolder 9"/>
          <p:cNvSpPr>
            <a:spLocks noGrp="1"/>
          </p:cNvSpPr>
          <p:nvPr>
            <p:ph type="body"/>
          </p:nvPr>
        </p:nvSpPr>
        <p:spPr>
          <a:xfrm>
            <a:off x="1182600" y="1451520"/>
            <a:ext cx="7772040" cy="4680720"/>
          </a:xfrm>
          <a:prstGeom prst="rect">
            <a:avLst/>
          </a:prstGeom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SzPct val="60000"/>
              <a:buFont typeface="Wingdings" charset="2"/>
              <a:buChar char=""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MS PGothic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SzPct val="55000"/>
              <a:buFont typeface="Wingdings" charset="2"/>
              <a:buChar char="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Arial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24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SzPct val="50000"/>
              <a:buFont typeface="Wingdings" charset="2"/>
              <a:buChar char=""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lvl="3" marL="1600200" indent="-228240">
              <a:lnSpc>
                <a:spcPct val="100000"/>
              </a:lnSpc>
              <a:spcBef>
                <a:spcPts val="400"/>
              </a:spcBef>
              <a:buClr>
                <a:srgbClr val="ffcf01"/>
              </a:buClr>
              <a:buSzPct val="55000"/>
              <a:buFont typeface="Wingdings" charset="2"/>
              <a:buChar char="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4" marL="2057400" indent="-228240">
              <a:lnSpc>
                <a:spcPct val="100000"/>
              </a:lnSpc>
              <a:spcBef>
                <a:spcPts val="400"/>
              </a:spcBef>
              <a:buClr>
                <a:srgbClr val="00e4a8"/>
              </a:buClr>
              <a:buSzPct val="50000"/>
              <a:buFont typeface="Wingdings" charset="2"/>
              <a:buChar char="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10"/>
          <p:cNvSpPr>
            <a:spLocks noGrp="1"/>
          </p:cNvSpPr>
          <p:nvPr>
            <p:ph type="dt"/>
          </p:nvPr>
        </p:nvSpPr>
        <p:spPr>
          <a:xfrm>
            <a:off x="1162080" y="6243480"/>
            <a:ext cx="1904760" cy="45684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fld id="{00D28E04-192D-4E3A-B8B7-1043DECD00D5}" type="datetime1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03/09/2021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68" name="PlaceHolder 11"/>
          <p:cNvSpPr>
            <a:spLocks noGrp="1"/>
          </p:cNvSpPr>
          <p:nvPr>
            <p:ph type="ftr"/>
          </p:nvPr>
        </p:nvSpPr>
        <p:spPr>
          <a:xfrm>
            <a:off x="3657600" y="6243480"/>
            <a:ext cx="2895120" cy="456840"/>
          </a:xfrm>
          <a:prstGeom prst="rect">
            <a:avLst/>
          </a:prstGeom>
        </p:spPr>
        <p:txBody>
          <a:bodyPr anchor="b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69" name="PlaceHolder 12"/>
          <p:cNvSpPr>
            <a:spLocks noGrp="1"/>
          </p:cNvSpPr>
          <p:nvPr>
            <p:ph type="sldNum"/>
          </p:nvPr>
        </p:nvSpPr>
        <p:spPr>
          <a:xfrm>
            <a:off x="7042320" y="6243480"/>
            <a:ext cx="1904760" cy="456840"/>
          </a:xfrm>
          <a:prstGeom prst="rect">
            <a:avLst/>
          </a:prstGeom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8EF5ECF-54EA-4385-98EE-6BE104F334F1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MS PGothic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417600" y="555480"/>
            <a:ext cx="437760" cy="474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CustomShape 2"/>
          <p:cNvSpPr/>
          <p:nvPr/>
        </p:nvSpPr>
        <p:spPr>
          <a:xfrm>
            <a:off x="800280" y="555480"/>
            <a:ext cx="328320" cy="474480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CustomShape 3"/>
          <p:cNvSpPr/>
          <p:nvPr/>
        </p:nvSpPr>
        <p:spPr>
          <a:xfrm>
            <a:off x="541440" y="977760"/>
            <a:ext cx="421920" cy="474480"/>
          </a:xfrm>
          <a:prstGeom prst="rect">
            <a:avLst/>
          </a:prstGeom>
          <a:solidFill>
            <a:schemeClr val="fol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CustomShape 4"/>
          <p:cNvSpPr/>
          <p:nvPr/>
        </p:nvSpPr>
        <p:spPr>
          <a:xfrm>
            <a:off x="911160" y="977760"/>
            <a:ext cx="367920" cy="47448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CustomShape 5"/>
          <p:cNvSpPr/>
          <p:nvPr/>
        </p:nvSpPr>
        <p:spPr>
          <a:xfrm>
            <a:off x="127080" y="905040"/>
            <a:ext cx="560160" cy="4219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CustomShape 6"/>
          <p:cNvSpPr/>
          <p:nvPr/>
        </p:nvSpPr>
        <p:spPr>
          <a:xfrm>
            <a:off x="762120" y="447840"/>
            <a:ext cx="31320" cy="105228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CustomShape 7"/>
          <p:cNvSpPr/>
          <p:nvPr/>
        </p:nvSpPr>
        <p:spPr>
          <a:xfrm>
            <a:off x="442800" y="1238400"/>
            <a:ext cx="8226000" cy="31320"/>
          </a:xfrm>
          <a:prstGeom prst="rect">
            <a:avLst/>
          </a:prstGeom>
          <a:gradFill rotWithShape="0">
            <a:gsLst>
              <a:gs pos="0">
                <a:srgbClr val="1c1c1c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PlaceHolder 8"/>
          <p:cNvSpPr>
            <a:spLocks noGrp="1"/>
          </p:cNvSpPr>
          <p:nvPr>
            <p:ph type="title"/>
          </p:nvPr>
        </p:nvSpPr>
        <p:spPr>
          <a:xfrm>
            <a:off x="1176480" y="214200"/>
            <a:ext cx="7767360" cy="100440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Click to edit 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Master title 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style</a:t>
            </a:r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14" name="PlaceHolder 9"/>
          <p:cNvSpPr>
            <a:spLocks noGrp="1"/>
          </p:cNvSpPr>
          <p:nvPr>
            <p:ph type="dt"/>
          </p:nvPr>
        </p:nvSpPr>
        <p:spPr>
          <a:xfrm>
            <a:off x="1162080" y="6243480"/>
            <a:ext cx="1904760" cy="45684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fld id="{23156BE2-DFF3-4208-9070-B54FD1342FE3}" type="datetime1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03/09/2021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15" name="PlaceHolder 10"/>
          <p:cNvSpPr>
            <a:spLocks noGrp="1"/>
          </p:cNvSpPr>
          <p:nvPr>
            <p:ph type="ftr"/>
          </p:nvPr>
        </p:nvSpPr>
        <p:spPr>
          <a:xfrm>
            <a:off x="3657600" y="6243480"/>
            <a:ext cx="2895120" cy="456840"/>
          </a:xfrm>
          <a:prstGeom prst="rect">
            <a:avLst/>
          </a:prstGeom>
        </p:spPr>
        <p:txBody>
          <a:bodyPr anchor="b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16" name="PlaceHolder 11"/>
          <p:cNvSpPr>
            <a:spLocks noGrp="1"/>
          </p:cNvSpPr>
          <p:nvPr>
            <p:ph type="sldNum"/>
          </p:nvPr>
        </p:nvSpPr>
        <p:spPr>
          <a:xfrm>
            <a:off x="7042320" y="6243480"/>
            <a:ext cx="1904760" cy="456840"/>
          </a:xfrm>
          <a:prstGeom prst="rect">
            <a:avLst/>
          </a:prstGeom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C74CC933-0827-4CB5-99E0-B23F3ED8EBD6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MS PGothic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17" name="PlaceHolder 1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417600" y="555480"/>
            <a:ext cx="437760" cy="474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CustomShape 2"/>
          <p:cNvSpPr/>
          <p:nvPr/>
        </p:nvSpPr>
        <p:spPr>
          <a:xfrm>
            <a:off x="800280" y="555480"/>
            <a:ext cx="328320" cy="474480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CustomShape 3"/>
          <p:cNvSpPr/>
          <p:nvPr/>
        </p:nvSpPr>
        <p:spPr>
          <a:xfrm>
            <a:off x="541440" y="977760"/>
            <a:ext cx="421920" cy="474480"/>
          </a:xfrm>
          <a:prstGeom prst="rect">
            <a:avLst/>
          </a:prstGeom>
          <a:solidFill>
            <a:schemeClr val="fol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CustomShape 4"/>
          <p:cNvSpPr/>
          <p:nvPr/>
        </p:nvSpPr>
        <p:spPr>
          <a:xfrm>
            <a:off x="911160" y="977760"/>
            <a:ext cx="367920" cy="47448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CustomShape 5"/>
          <p:cNvSpPr/>
          <p:nvPr/>
        </p:nvSpPr>
        <p:spPr>
          <a:xfrm>
            <a:off x="127080" y="905040"/>
            <a:ext cx="560160" cy="4219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CustomShape 6"/>
          <p:cNvSpPr/>
          <p:nvPr/>
        </p:nvSpPr>
        <p:spPr>
          <a:xfrm>
            <a:off x="762120" y="447840"/>
            <a:ext cx="31320" cy="105228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CustomShape 7"/>
          <p:cNvSpPr/>
          <p:nvPr/>
        </p:nvSpPr>
        <p:spPr>
          <a:xfrm>
            <a:off x="442800" y="1238400"/>
            <a:ext cx="8226000" cy="31320"/>
          </a:xfrm>
          <a:prstGeom prst="rect">
            <a:avLst/>
          </a:prstGeom>
          <a:gradFill rotWithShape="0">
            <a:gsLst>
              <a:gs pos="0">
                <a:srgbClr val="1c1c1c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PlaceHolder 8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62" name="PlaceHolder 9"/>
          <p:cNvSpPr>
            <a:spLocks noGrp="1"/>
          </p:cNvSpPr>
          <p:nvPr>
            <p:ph type="body"/>
          </p:nvPr>
        </p:nvSpPr>
        <p:spPr>
          <a:xfrm>
            <a:off x="1182600" y="1451520"/>
            <a:ext cx="7772040" cy="4680720"/>
          </a:xfrm>
          <a:prstGeom prst="rect">
            <a:avLst/>
          </a:prstGeom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SzPct val="60000"/>
              <a:buFont typeface="Wingdings" charset="2"/>
              <a:buChar char=""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MS PGothic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SzPct val="55000"/>
              <a:buFont typeface="Wingdings" charset="2"/>
              <a:buChar char="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Arial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24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SzPct val="50000"/>
              <a:buFont typeface="Wingdings" charset="2"/>
              <a:buChar char=""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lvl="3" marL="1600200" indent="-228240">
              <a:lnSpc>
                <a:spcPct val="100000"/>
              </a:lnSpc>
              <a:spcBef>
                <a:spcPts val="400"/>
              </a:spcBef>
              <a:buClr>
                <a:srgbClr val="ffcf01"/>
              </a:buClr>
              <a:buSzPct val="55000"/>
              <a:buFont typeface="Wingdings" charset="2"/>
              <a:buChar char="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4" marL="2057400" indent="-228240">
              <a:lnSpc>
                <a:spcPct val="100000"/>
              </a:lnSpc>
              <a:spcBef>
                <a:spcPts val="400"/>
              </a:spcBef>
              <a:buClr>
                <a:srgbClr val="00e4a8"/>
              </a:buClr>
              <a:buSzPct val="50000"/>
              <a:buFont typeface="Wingdings" charset="2"/>
              <a:buChar char="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PlaceHolder 10"/>
          <p:cNvSpPr>
            <a:spLocks noGrp="1"/>
          </p:cNvSpPr>
          <p:nvPr>
            <p:ph type="dt"/>
          </p:nvPr>
        </p:nvSpPr>
        <p:spPr>
          <a:xfrm>
            <a:off x="1162080" y="6243480"/>
            <a:ext cx="1904760" cy="45684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fld id="{6749B764-1143-429E-A7AA-B0D4FF357B63}" type="datetime1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03/09/2021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64" name="PlaceHolder 11"/>
          <p:cNvSpPr>
            <a:spLocks noGrp="1"/>
          </p:cNvSpPr>
          <p:nvPr>
            <p:ph type="ftr"/>
          </p:nvPr>
        </p:nvSpPr>
        <p:spPr>
          <a:xfrm>
            <a:off x="3657600" y="6243480"/>
            <a:ext cx="2895120" cy="456840"/>
          </a:xfrm>
          <a:prstGeom prst="rect">
            <a:avLst/>
          </a:prstGeom>
        </p:spPr>
        <p:txBody>
          <a:bodyPr anchor="b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65" name="PlaceHolder 12"/>
          <p:cNvSpPr>
            <a:spLocks noGrp="1"/>
          </p:cNvSpPr>
          <p:nvPr>
            <p:ph type="sldNum"/>
          </p:nvPr>
        </p:nvSpPr>
        <p:spPr>
          <a:xfrm>
            <a:off x="7042320" y="6243480"/>
            <a:ext cx="1904760" cy="456840"/>
          </a:xfrm>
          <a:prstGeom prst="rect">
            <a:avLst/>
          </a:prstGeom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4C145535-CCA6-40F0-A634-09342B2C0FA2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MS PGothic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ustomShape 1"/>
          <p:cNvSpPr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6E8F084-AAF6-41B9-A5C1-C5CF23B88925}" type="slidenum">
              <a:rPr b="0" lang="en-US" sz="900" spc="-1" strike="noStrike">
                <a:solidFill>
                  <a:srgbClr val="8b8b8b"/>
                </a:solidFill>
                <a:latin typeface="Arial"/>
              </a:rPr>
              <a:t>&lt;number&gt;</a:t>
            </a:fld>
            <a:endParaRPr b="0" lang="en-US" sz="900" spc="-1" strike="noStrike"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title"/>
          </p:nvPr>
        </p:nvSpPr>
        <p:spPr>
          <a:xfrm>
            <a:off x="457200" y="115200"/>
            <a:ext cx="8229240" cy="50508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00fa5"/>
                </a:solidFill>
                <a:latin typeface="Arial"/>
              </a:rPr>
              <a:t>Click to </a:t>
            </a:r>
            <a:r>
              <a:rPr b="1" lang="en-US" sz="2500" spc="-1" strike="noStrike">
                <a:solidFill>
                  <a:srgbClr val="000fa5"/>
                </a:solidFill>
                <a:latin typeface="Arial"/>
              </a:rPr>
              <a:t>edit </a:t>
            </a:r>
            <a:r>
              <a:rPr b="1" lang="en-US" sz="2500" spc="-1" strike="noStrike">
                <a:solidFill>
                  <a:srgbClr val="000fa5"/>
                </a:solidFill>
                <a:latin typeface="Arial"/>
              </a:rPr>
              <a:t>Master </a:t>
            </a:r>
            <a:r>
              <a:rPr b="1" lang="en-US" sz="2500" spc="-1" strike="noStrike">
                <a:solidFill>
                  <a:srgbClr val="000fa5"/>
                </a:solidFill>
                <a:latin typeface="Arial"/>
              </a:rPr>
              <a:t>title style</a:t>
            </a:r>
            <a:endParaRPr b="0" lang="en-US" sz="25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dt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910AF46E-C682-4D3D-825D-B3865D91931D}" type="datetime1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03/09/2021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ftr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0025AD51-3E11-4092-B163-D1A047E3EC00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MS PGothic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207" name="PlaceHolder 6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CustomShape 1"/>
          <p:cNvSpPr/>
          <p:nvPr/>
        </p:nvSpPr>
        <p:spPr>
          <a:xfrm>
            <a:off x="417600" y="555480"/>
            <a:ext cx="437760" cy="474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CustomShape 2"/>
          <p:cNvSpPr/>
          <p:nvPr/>
        </p:nvSpPr>
        <p:spPr>
          <a:xfrm>
            <a:off x="800280" y="555480"/>
            <a:ext cx="328320" cy="474480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CustomShape 3"/>
          <p:cNvSpPr/>
          <p:nvPr/>
        </p:nvSpPr>
        <p:spPr>
          <a:xfrm>
            <a:off x="541440" y="977760"/>
            <a:ext cx="421920" cy="474480"/>
          </a:xfrm>
          <a:prstGeom prst="rect">
            <a:avLst/>
          </a:prstGeom>
          <a:solidFill>
            <a:schemeClr val="fol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CustomShape 4"/>
          <p:cNvSpPr/>
          <p:nvPr/>
        </p:nvSpPr>
        <p:spPr>
          <a:xfrm>
            <a:off x="911160" y="977760"/>
            <a:ext cx="367920" cy="47448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CustomShape 5"/>
          <p:cNvSpPr/>
          <p:nvPr/>
        </p:nvSpPr>
        <p:spPr>
          <a:xfrm>
            <a:off x="127080" y="905040"/>
            <a:ext cx="560160" cy="4219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CustomShape 6"/>
          <p:cNvSpPr/>
          <p:nvPr/>
        </p:nvSpPr>
        <p:spPr>
          <a:xfrm>
            <a:off x="762120" y="447840"/>
            <a:ext cx="31320" cy="105228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CustomShape 7"/>
          <p:cNvSpPr/>
          <p:nvPr/>
        </p:nvSpPr>
        <p:spPr>
          <a:xfrm>
            <a:off x="442800" y="1238400"/>
            <a:ext cx="8226000" cy="31320"/>
          </a:xfrm>
          <a:prstGeom prst="rect">
            <a:avLst/>
          </a:prstGeom>
          <a:gradFill rotWithShape="0">
            <a:gsLst>
              <a:gs pos="0">
                <a:srgbClr val="1c1c1c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PlaceHolder 8"/>
          <p:cNvSpPr>
            <a:spLocks noGrp="1"/>
          </p:cNvSpPr>
          <p:nvPr>
            <p:ph type="title"/>
          </p:nvPr>
        </p:nvSpPr>
        <p:spPr>
          <a:xfrm>
            <a:off x="1190160" y="214200"/>
            <a:ext cx="7753320" cy="100440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Cli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ck 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to 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edi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t 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Ma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ste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r 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titl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e 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sty</a:t>
            </a:r>
            <a:r>
              <a:rPr b="0" lang="en-US" sz="3600" spc="-1" strike="noStrike">
                <a:solidFill>
                  <a:srgbClr val="333399"/>
                </a:solidFill>
                <a:latin typeface="Times New Roman"/>
                <a:ea typeface="MS PGothic"/>
              </a:rPr>
              <a:t>le</a:t>
            </a:r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52" name="PlaceHolder 9"/>
          <p:cNvSpPr>
            <a:spLocks noGrp="1"/>
          </p:cNvSpPr>
          <p:nvPr>
            <p:ph type="body"/>
          </p:nvPr>
        </p:nvSpPr>
        <p:spPr>
          <a:xfrm>
            <a:off x="1182600" y="1451520"/>
            <a:ext cx="7772040" cy="4680720"/>
          </a:xfrm>
          <a:prstGeom prst="rect">
            <a:avLst/>
          </a:prstGeom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SzPct val="60000"/>
              <a:buFont typeface="Wingdings" charset="2"/>
              <a:buChar char=""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MS PGothic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SzPct val="55000"/>
              <a:buFont typeface="Wingdings" charset="2"/>
              <a:buChar char="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Arial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24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SzPct val="50000"/>
              <a:buFont typeface="Wingdings" charset="2"/>
              <a:buChar char=""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lvl="3" marL="1600200" indent="-228240">
              <a:lnSpc>
                <a:spcPct val="100000"/>
              </a:lnSpc>
              <a:spcBef>
                <a:spcPts val="400"/>
              </a:spcBef>
              <a:buClr>
                <a:srgbClr val="ffcf01"/>
              </a:buClr>
              <a:buSzPct val="55000"/>
              <a:buFont typeface="Wingdings" charset="2"/>
              <a:buChar char="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4" marL="2057400" indent="-228240">
              <a:lnSpc>
                <a:spcPct val="100000"/>
              </a:lnSpc>
              <a:spcBef>
                <a:spcPts val="400"/>
              </a:spcBef>
              <a:buClr>
                <a:srgbClr val="00e4a8"/>
              </a:buClr>
              <a:buSzPct val="50000"/>
              <a:buFont typeface="Wingdings" charset="2"/>
              <a:buChar char="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PlaceHolder 10"/>
          <p:cNvSpPr>
            <a:spLocks noGrp="1"/>
          </p:cNvSpPr>
          <p:nvPr>
            <p:ph type="dt"/>
          </p:nvPr>
        </p:nvSpPr>
        <p:spPr>
          <a:xfrm>
            <a:off x="1162080" y="6243480"/>
            <a:ext cx="1904760" cy="45684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10/12/2015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54" name="PlaceHolder 11"/>
          <p:cNvSpPr>
            <a:spLocks noGrp="1"/>
          </p:cNvSpPr>
          <p:nvPr>
            <p:ph type="ftr"/>
          </p:nvPr>
        </p:nvSpPr>
        <p:spPr>
          <a:xfrm>
            <a:off x="3657600" y="6243480"/>
            <a:ext cx="2895120" cy="456840"/>
          </a:xfrm>
          <a:prstGeom prst="rect">
            <a:avLst/>
          </a:prstGeom>
        </p:spPr>
        <p:txBody>
          <a:bodyPr anchor="b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255" name="PlaceHolder 12"/>
          <p:cNvSpPr>
            <a:spLocks noGrp="1"/>
          </p:cNvSpPr>
          <p:nvPr>
            <p:ph type="sldNum"/>
          </p:nvPr>
        </p:nvSpPr>
        <p:spPr>
          <a:xfrm>
            <a:off x="7042320" y="6243480"/>
            <a:ext cx="1904760" cy="456840"/>
          </a:xfrm>
          <a:prstGeom prst="rect">
            <a:avLst/>
          </a:prstGeom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40244A1A-AD97-4445-9CF5-35FFDF18F700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MS PGothic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Shape 1"/>
          <p:cNvSpPr txBox="1"/>
          <p:nvPr/>
        </p:nvSpPr>
        <p:spPr>
          <a:xfrm>
            <a:off x="124560" y="2564280"/>
            <a:ext cx="9019080" cy="1515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pic>
        <p:nvPicPr>
          <p:cNvPr id="299" name="Picture 6" descr="2.jpg"/>
          <p:cNvPicPr/>
          <p:nvPr/>
        </p:nvPicPr>
        <p:blipFill>
          <a:blip r:embed="rId1"/>
          <a:stretch/>
        </p:blipFill>
        <p:spPr>
          <a:xfrm>
            <a:off x="1353240" y="273240"/>
            <a:ext cx="1088640" cy="1088640"/>
          </a:xfrm>
          <a:prstGeom prst="rect">
            <a:avLst/>
          </a:prstGeom>
          <a:ln w="0">
            <a:noFill/>
          </a:ln>
        </p:spPr>
      </p:pic>
      <p:pic>
        <p:nvPicPr>
          <p:cNvPr id="300" name="Picture 7" descr="3.jpg"/>
          <p:cNvPicPr/>
          <p:nvPr/>
        </p:nvPicPr>
        <p:blipFill>
          <a:blip r:embed="rId2"/>
          <a:stretch/>
        </p:blipFill>
        <p:spPr>
          <a:xfrm>
            <a:off x="463680" y="311040"/>
            <a:ext cx="794880" cy="1088640"/>
          </a:xfrm>
          <a:prstGeom prst="rect">
            <a:avLst/>
          </a:prstGeom>
          <a:ln w="0">
            <a:noFill/>
          </a:ln>
        </p:spPr>
      </p:pic>
      <p:sp>
        <p:nvSpPr>
          <p:cNvPr id="301" name="CustomShape 2"/>
          <p:cNvSpPr/>
          <p:nvPr/>
        </p:nvSpPr>
        <p:spPr>
          <a:xfrm>
            <a:off x="15876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Shape 3"/>
          <p:cNvSpPr txBox="1"/>
          <p:nvPr/>
        </p:nvSpPr>
        <p:spPr>
          <a:xfrm>
            <a:off x="0" y="6351120"/>
            <a:ext cx="1904760" cy="45684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fld id="{73EE4906-143F-4139-BC56-FF85FA75DBEA}" type="datetime1">
              <a:rPr b="0" lang="en-US" sz="1400" spc="-1" strike="noStrike">
                <a:solidFill>
                  <a:srgbClr val="1c1c1c"/>
                </a:solidFill>
                <a:latin typeface="Times New Roman"/>
              </a:rPr>
              <a:t>03/09/2021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03" name="TextShape 4"/>
          <p:cNvSpPr txBox="1"/>
          <p:nvPr/>
        </p:nvSpPr>
        <p:spPr>
          <a:xfrm>
            <a:off x="7238880" y="6351120"/>
            <a:ext cx="1904760" cy="45684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342C9D5-A352-43F1-8B40-086027143D81}" type="slidenum">
              <a:rPr b="0" lang="en-US" sz="1400" spc="-1" strike="noStrike">
                <a:solidFill>
                  <a:srgbClr val="1c1c1c"/>
                </a:solidFill>
                <a:latin typeface="Times New Roman"/>
                <a:ea typeface="MS PGothic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Shape 1"/>
          <p:cNvSpPr txBox="1"/>
          <p:nvPr/>
        </p:nvSpPr>
        <p:spPr>
          <a:xfrm>
            <a:off x="1190520" y="214200"/>
            <a:ext cx="7752960" cy="10044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05" name="TextShape 2"/>
          <p:cNvSpPr txBox="1"/>
          <p:nvPr/>
        </p:nvSpPr>
        <p:spPr>
          <a:xfrm>
            <a:off x="441360" y="1450800"/>
            <a:ext cx="8513280" cy="46810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TextShape 3"/>
          <p:cNvSpPr txBox="1"/>
          <p:nvPr/>
        </p:nvSpPr>
        <p:spPr>
          <a:xfrm>
            <a:off x="0" y="6363360"/>
            <a:ext cx="1904760" cy="45684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04EA37F9-EFCD-4EE8-9C6B-F79546666F0B}" type="datetime1">
              <a:rPr b="0" lang="en-US" sz="1400" spc="-1" strike="noStrike">
                <a:solidFill>
                  <a:srgbClr val="000000"/>
                </a:solidFill>
                <a:latin typeface="Times New Roman"/>
                <a:ea typeface="MS PGothic"/>
              </a:rPr>
              <a:t>03/09/2021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07" name="TextShape 4"/>
          <p:cNvSpPr txBox="1"/>
          <p:nvPr/>
        </p:nvSpPr>
        <p:spPr>
          <a:xfrm>
            <a:off x="7238880" y="6400800"/>
            <a:ext cx="1904760" cy="45684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EB8EAEEF-1439-4CF8-9083-4F2BA2282191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MS PGothic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Shape 1"/>
          <p:cNvSpPr txBox="1"/>
          <p:nvPr/>
        </p:nvSpPr>
        <p:spPr>
          <a:xfrm>
            <a:off x="1190160" y="214200"/>
            <a:ext cx="7753320" cy="10044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endParaRPr b="0" lang="en-US" sz="36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09" name="TextShape 2"/>
          <p:cNvSpPr txBox="1"/>
          <p:nvPr/>
        </p:nvSpPr>
        <p:spPr>
          <a:xfrm>
            <a:off x="0" y="6400800"/>
            <a:ext cx="1904760" cy="45684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fld id="{F9650BDB-B33F-49D6-8A98-A00FCE1A1A1B}" type="datetime1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03/09/2021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10" name="TextShape 3"/>
          <p:cNvSpPr txBox="1"/>
          <p:nvPr/>
        </p:nvSpPr>
        <p:spPr>
          <a:xfrm>
            <a:off x="7042320" y="6243480"/>
            <a:ext cx="1904760" cy="45684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441B74C0-D9EA-4A2F-B244-FCB783A99513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MS PGothic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11" name="CustomShape 4"/>
          <p:cNvSpPr/>
          <p:nvPr/>
        </p:nvSpPr>
        <p:spPr>
          <a:xfrm>
            <a:off x="427680" y="1840680"/>
            <a:ext cx="838368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Shape 5"/>
          <p:cNvSpPr txBox="1"/>
          <p:nvPr/>
        </p:nvSpPr>
        <p:spPr>
          <a:xfrm>
            <a:off x="441360" y="1451160"/>
            <a:ext cx="8513280" cy="46810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Shape 1"/>
          <p:cNvSpPr txBox="1"/>
          <p:nvPr/>
        </p:nvSpPr>
        <p:spPr>
          <a:xfrm>
            <a:off x="0" y="6400800"/>
            <a:ext cx="1904760" cy="45684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fld id="{7888D876-81BF-4E18-A5AD-8E8E17DBFA66}" type="datetime1">
              <a:rPr b="0" lang="en-US" sz="1400" spc="-1" strike="noStrike">
                <a:solidFill>
                  <a:srgbClr val="000000"/>
                </a:solidFill>
                <a:latin typeface="Times New Roman"/>
                <a:ea typeface="MS PGothic"/>
              </a:rPr>
              <a:t>03/09/2021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14" name="TextShape 2"/>
          <p:cNvSpPr txBox="1"/>
          <p:nvPr/>
        </p:nvSpPr>
        <p:spPr>
          <a:xfrm>
            <a:off x="7238880" y="6400800"/>
            <a:ext cx="1904760" cy="45684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7A39622-65BE-43DC-98C2-E1BAC9BF04CB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MS PGothic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27779</TotalTime>
  <Application>LibreOffice/7.0.3.1$Linux_X86_64 LibreOffice_project/00$Build-1</Application>
  <Words>1793</Words>
  <Paragraphs>435</Paragraphs>
  <Company>TNB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2004-09-20T08:56:02Z</dcterms:created>
  <dc:creator>Nguyen Quoc Toan</dc:creator>
  <dc:description/>
  <dc:language>en-US</dc:language>
  <cp:lastModifiedBy/>
  <cp:lastPrinted>2019-07-02T07:34:25Z</cp:lastPrinted>
  <dcterms:modified xsi:type="dcterms:W3CDTF">2021-03-09T09:19:16Z</dcterms:modified>
  <cp:revision>1963</cp:revision>
  <dc:subject/>
  <dc:title>Cây khung nhỏ nhất với đường kính bị chặn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TNB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22</vt:i4>
  </property>
  <property fmtid="{D5CDD505-2E9C-101B-9397-08002B2CF9AE}" pid="9" name="PresentationFormat">
    <vt:lpwstr>On-screen Show (4:3)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38</vt:i4>
  </property>
</Properties>
</file>